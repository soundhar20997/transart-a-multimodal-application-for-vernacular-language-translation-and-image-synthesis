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01F5-83FD-B6DC-E6A9-B5C513CD8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6E009-09E4-B5C4-FC47-81F21D862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75B71-12A5-A93C-13B4-2293F0A71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280F9-212C-07FE-C336-D1E1779A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C7E8C-7A01-4740-36BD-B7BC1050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330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0F51-0B14-B536-564E-9A8DC95B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2A26-E767-9F3C-93EA-2F83B53BC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52C30-7F0E-FF18-351C-E21760A08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8021F-C636-5E14-0E5E-40C8C426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8EAC8-192C-8609-E494-7CB40FBB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438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34C35-F415-F2BD-ECD5-12FFB083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D4B54-1E21-2C98-CC49-C5107E883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EE9A8-65E0-2637-117F-E34B6F41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65EC-8B66-BDFD-0B94-F42BD15D7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AE11D-E4DF-507B-0F7C-9907AB758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4206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8228D-58DE-531A-FEB1-73688E53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35715-3435-DA52-A8E2-DE1855D31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ABA64-7F15-D9AA-2720-BDB00BB2E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01960-A62A-60CD-A7BF-2D37A2C5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EA114-3A2E-F189-05C2-D925464D8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26841-AFB4-294F-D819-5E4EC3B9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20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29963-C60B-A574-C443-1E76435C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F4A33-51D6-F164-F307-DBF5A995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52A3A-E387-873A-D02B-1AA64CE01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24F23-A2A5-F547-9671-68164D1AB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81667-DB2A-25C3-DB89-52F7DD4F84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210A6-3071-1C3B-23F4-E1E29D2A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4FF682-B508-361C-AD36-3877A0E5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4B0941-347F-D0B0-3CD7-45FDE713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9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25C58-5ED4-465C-7966-89B082110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8EF746-EC61-896D-6727-92C136CCA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7D6F4-1854-808B-C10B-5D3489DC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2F9E0-AC49-0239-6D45-EDB150387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21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68C9D3-80E7-3EBB-2D06-690EA0871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343466-86AC-23C1-0A56-9F04E4A1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1657D-CED5-1FF8-300D-26B0E9D0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1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7836-F288-0C76-F3C2-3D29C19F0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14E0-BC6A-4143-684C-B36A6AE32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5BAEE-30EF-5FE4-C4B9-CA5D70521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D9960-CFF3-D27F-CC75-12B40BC4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F65C2-44AA-9CDE-5609-94D292CE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F7328-9327-2B52-B96F-533F08E5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926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3FAE-96A6-ADBA-B6EF-509478659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91C07-55B9-22E6-2EE9-4E71B835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C405B-4AFE-9E17-DA83-9CD7BB4CD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F0221-3CBF-5F19-0728-EEC61F42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895BD-62ED-5737-FABB-519B7998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E80F8-D2D1-BBDF-1C33-66A31BE47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763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143A-95BC-2E7F-E698-8CEFF007E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1E4A3-9A9E-763F-8985-657CD308F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B7C2F-3AF1-FB9B-192D-593539BB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6BE77-E83D-8032-6D17-73638E39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F523F-282A-75CC-B040-FA8075CD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2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C7B72B-0F29-A095-ABD1-DD6611285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E024D-FDEB-498E-2447-B4EB57890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A0489-1310-071C-FD28-6D90A7A7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7E8A0-24BA-1D7C-AB3B-2B421E6D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FF7CF-20EA-DA65-068A-23AF75369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917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6F3D05-7E25-3016-7F30-9DF9CC93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F7123-B69E-3F0C-632C-97AEA2EAA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D1DEB-4C10-69CF-47DE-8D881F6A6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81CB4-DB1E-4C07-A2EE-9D5ACB212C0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F8999-EAEA-7E19-BB76-8514939ACF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87C87-695C-DDE6-20AA-B5CBFA32AB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70DFD-7726-4A70-A37D-2A2DA136E6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08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D6894-4709-8BBF-AFE3-EF0FF3CA0D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TransArt</a:t>
            </a:r>
            <a:r>
              <a:rPr lang="en-IN" dirty="0"/>
              <a:t>: Multimodal AI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5173E-4B0B-FDF1-7B49-A14D5E010C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Tamil → English Translation → Story Generation → Image Synthesis.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63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A92AC-EE68-1728-A0BD-438AE72F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Project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11608-3F83-9B5C-C1BC-DDCD84647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Bridge language barriers for Tamil speakers</a:t>
            </a:r>
          </a:p>
          <a:p>
            <a:endParaRPr lang="en-US" dirty="0"/>
          </a:p>
          <a:p>
            <a:r>
              <a:rPr lang="en-US" dirty="0"/>
              <a:t>Seamlessly combine text translation, story creation, and image generation</a:t>
            </a:r>
          </a:p>
          <a:p>
            <a:endParaRPr lang="en-US" dirty="0"/>
          </a:p>
          <a:p>
            <a:r>
              <a:rPr lang="en-US" dirty="0"/>
              <a:t>Make AI accessible and engaging for vernacular language users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994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F929F-C9DE-1038-E815-DFC1CBB5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86E41-5DA5-250F-3593-D667BABEA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Input: Raw Tamil text</a:t>
            </a:r>
          </a:p>
          <a:p>
            <a:endParaRPr lang="en-US" dirty="0"/>
          </a:p>
          <a:p>
            <a:r>
              <a:rPr lang="en-US" dirty="0"/>
              <a:t>Processing: Translation → Story Generation → Image Synthesis</a:t>
            </a:r>
          </a:p>
          <a:p>
            <a:endParaRPr lang="en-US" dirty="0"/>
          </a:p>
          <a:p>
            <a:r>
              <a:rPr lang="en-US" dirty="0"/>
              <a:t>Output: English translation, creative story, visual image</a:t>
            </a:r>
          </a:p>
          <a:p>
            <a:endParaRPr lang="en-US" dirty="0"/>
          </a:p>
          <a:p>
            <a:r>
              <a:rPr lang="en-US" dirty="0"/>
              <a:t>Modular and extensible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494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71246-830C-22CC-16AE-AE9E8858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29F07-CA43-C294-846F-26BC7EACB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Programming Language: Python</a:t>
            </a:r>
          </a:p>
          <a:p>
            <a:endParaRPr lang="en-IN" dirty="0"/>
          </a:p>
          <a:p>
            <a:r>
              <a:rPr lang="en-IN" dirty="0"/>
              <a:t>Deep Learning Framework: </a:t>
            </a:r>
            <a:r>
              <a:rPr lang="en-IN" dirty="0" err="1"/>
              <a:t>PyTorch</a:t>
            </a:r>
            <a:endParaRPr lang="en-IN" dirty="0"/>
          </a:p>
          <a:p>
            <a:endParaRPr lang="en-IN" dirty="0"/>
          </a:p>
          <a:p>
            <a:r>
              <a:rPr lang="en-IN" dirty="0"/>
              <a:t>Models:</a:t>
            </a:r>
          </a:p>
          <a:p>
            <a:pPr lvl="1"/>
            <a:r>
              <a:rPr lang="en-IN" dirty="0"/>
              <a:t>Translation: </a:t>
            </a:r>
            <a:r>
              <a:rPr lang="en-IN" dirty="0" err="1"/>
              <a:t>facebook</a:t>
            </a:r>
            <a:r>
              <a:rPr lang="en-IN" dirty="0"/>
              <a:t>/nllb-200-distilled-600M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Story Generation: Falcon-7b-Instruct (primary), DistilGPT2 (fallback)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Image Generation: Stable Diffusion (</a:t>
            </a:r>
            <a:r>
              <a:rPr lang="en-IN" dirty="0" err="1"/>
              <a:t>runwayml</a:t>
            </a:r>
            <a:r>
              <a:rPr lang="en-IN" dirty="0"/>
              <a:t>/stable-diffusion-v1-5)</a:t>
            </a:r>
          </a:p>
          <a:p>
            <a:endParaRPr lang="en-IN" dirty="0"/>
          </a:p>
          <a:p>
            <a:r>
              <a:rPr lang="en-IN" dirty="0"/>
              <a:t>UI: </a:t>
            </a:r>
            <a:r>
              <a:rPr lang="en-IN" dirty="0" err="1"/>
              <a:t>Gradio</a:t>
            </a:r>
            <a:r>
              <a:rPr lang="en-IN" dirty="0"/>
              <a:t> for interactive user interface</a:t>
            </a:r>
          </a:p>
          <a:p>
            <a:endParaRPr lang="en-IN" dirty="0"/>
          </a:p>
          <a:p>
            <a:r>
              <a:rPr lang="en-IN" dirty="0"/>
              <a:t>Config: </a:t>
            </a:r>
            <a:r>
              <a:rPr lang="en-IN" dirty="0" err="1"/>
              <a:t>dotenv</a:t>
            </a:r>
            <a:r>
              <a:rPr lang="en-IN" dirty="0"/>
              <a:t> for environment management</a:t>
            </a:r>
          </a:p>
        </p:txBody>
      </p:sp>
    </p:spTree>
    <p:extLst>
      <p:ext uri="{BB962C8B-B14F-4D97-AF65-F5344CB8AC3E}">
        <p14:creationId xmlns:p14="http://schemas.microsoft.com/office/powerpoint/2010/main" val="22292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1CE6-27F0-010B-171D-8A1E22A6B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Detailed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EE0D9-D90F-D5F5-5F5D-9C2A90AAD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Sequential pipeline:</a:t>
            </a:r>
          </a:p>
          <a:p>
            <a:pPr lvl="1"/>
            <a:r>
              <a:rPr lang="en-IN" dirty="0"/>
              <a:t>Tamil Text → Translation Model → Story Generator → Image Synthesis Model → UI Output</a:t>
            </a:r>
          </a:p>
          <a:p>
            <a:endParaRPr lang="en-IN" dirty="0"/>
          </a:p>
          <a:p>
            <a:r>
              <a:rPr lang="en-IN" dirty="0"/>
              <a:t>Data format transitions: text → tokens → generated text → embeddings → image tensor</a:t>
            </a:r>
          </a:p>
          <a:p>
            <a:endParaRPr lang="en-IN" dirty="0"/>
          </a:p>
          <a:p>
            <a:r>
              <a:rPr lang="en-IN" dirty="0"/>
              <a:t>Runtime checks for resources and fallback handling</a:t>
            </a:r>
          </a:p>
        </p:txBody>
      </p:sp>
    </p:spTree>
    <p:extLst>
      <p:ext uri="{BB962C8B-B14F-4D97-AF65-F5344CB8AC3E}">
        <p14:creationId xmlns:p14="http://schemas.microsoft.com/office/powerpoint/2010/main" val="1800820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CA45-6831-D681-A1E5-2261188C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Translation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CD39D-8774-CD85-5F27-31ABD15B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Model: </a:t>
            </a:r>
            <a:r>
              <a:rPr lang="en-US" dirty="0" err="1"/>
              <a:t>facebook</a:t>
            </a:r>
            <a:r>
              <a:rPr lang="en-US" dirty="0"/>
              <a:t>/nllb-200-distilled-600M</a:t>
            </a:r>
          </a:p>
          <a:p>
            <a:endParaRPr lang="en-US" dirty="0"/>
          </a:p>
          <a:p>
            <a:r>
              <a:rPr lang="en-US" dirty="0"/>
              <a:t>Supports multilingual and low-resource languages like Tamil</a:t>
            </a:r>
          </a:p>
          <a:p>
            <a:endParaRPr lang="en-US" dirty="0"/>
          </a:p>
          <a:p>
            <a:r>
              <a:rPr lang="en-US" dirty="0"/>
              <a:t>Converts Tamil input into accurate English output</a:t>
            </a:r>
          </a:p>
          <a:p>
            <a:endParaRPr lang="en-US" dirty="0"/>
          </a:p>
          <a:p>
            <a:r>
              <a:rPr lang="en-US" dirty="0"/>
              <a:t>Preprocessing includes input sanitization and tokenization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2502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55B9-4F58-E796-8ED7-CC21F97F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Story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6EE07-3F15-5A6B-4792-B6B9C7609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Primary: Falcon-7b-Instruct, an instruction-tuned large language model</a:t>
            </a:r>
          </a:p>
          <a:p>
            <a:endParaRPr lang="en-IN" dirty="0"/>
          </a:p>
          <a:p>
            <a:r>
              <a:rPr lang="en-IN" dirty="0"/>
              <a:t>Fallback: DistilGPT2 for low-resource situations</a:t>
            </a:r>
          </a:p>
          <a:p>
            <a:endParaRPr lang="en-IN" dirty="0"/>
          </a:p>
          <a:p>
            <a:r>
              <a:rPr lang="en-IN" dirty="0"/>
              <a:t>Creates context-rich, creative stories from translated text</a:t>
            </a:r>
          </a:p>
          <a:p>
            <a:endParaRPr lang="en-IN" dirty="0"/>
          </a:p>
          <a:p>
            <a:r>
              <a:rPr lang="en-IN" dirty="0"/>
              <a:t>Enhances narrative detail for better image prompts</a:t>
            </a:r>
          </a:p>
        </p:txBody>
      </p:sp>
    </p:spTree>
    <p:extLst>
      <p:ext uri="{BB962C8B-B14F-4D97-AF65-F5344CB8AC3E}">
        <p14:creationId xmlns:p14="http://schemas.microsoft.com/office/powerpoint/2010/main" val="251149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EC0C-9C48-58F9-9E2D-17D692C6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Image 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E4862-EB64-188D-B374-EF7F243F4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Model: Stable Diffusion version 1.5</a:t>
            </a:r>
          </a:p>
          <a:p>
            <a:endParaRPr lang="en-US" dirty="0"/>
          </a:p>
          <a:p>
            <a:r>
              <a:rPr lang="en-US" dirty="0"/>
              <a:t>Converts story text into embeddings for image generation</a:t>
            </a:r>
          </a:p>
          <a:p>
            <a:endParaRPr lang="en-US" dirty="0"/>
          </a:p>
          <a:p>
            <a:r>
              <a:rPr lang="en-US" dirty="0"/>
              <a:t>Generates high-quality, thematic images based on story context</a:t>
            </a:r>
          </a:p>
          <a:p>
            <a:endParaRPr lang="en-US" dirty="0"/>
          </a:p>
          <a:p>
            <a:r>
              <a:rPr lang="en-US" dirty="0"/>
              <a:t>Utilizes latent space diffusion for efficiency and clarity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8785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B90A-4B6C-A338-CC42-3B909FC1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Pipeline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6849F-AEAB-5619-5FB8-4E773012C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 models integrated via </a:t>
            </a:r>
            <a:r>
              <a:rPr lang="en-IN" dirty="0" err="1"/>
              <a:t>PyTorch</a:t>
            </a:r>
            <a:r>
              <a:rPr lang="en-IN" dirty="0"/>
              <a:t> for GPU acceleration</a:t>
            </a:r>
          </a:p>
          <a:p>
            <a:endParaRPr lang="en-IN" dirty="0"/>
          </a:p>
          <a:p>
            <a:r>
              <a:rPr lang="en-IN" dirty="0"/>
              <a:t>Modular design permits swapping models without overhaul</a:t>
            </a:r>
          </a:p>
          <a:p>
            <a:endParaRPr lang="en-IN" dirty="0"/>
          </a:p>
          <a:p>
            <a:r>
              <a:rPr lang="en-IN" dirty="0"/>
              <a:t>Resource and token availability checked dynamically</a:t>
            </a:r>
          </a:p>
          <a:p>
            <a:endParaRPr lang="en-IN" dirty="0"/>
          </a:p>
          <a:p>
            <a:r>
              <a:rPr lang="en-IN" dirty="0"/>
              <a:t>Errors trigger fallback strategies to maintain usability</a:t>
            </a:r>
          </a:p>
        </p:txBody>
      </p:sp>
    </p:spTree>
    <p:extLst>
      <p:ext uri="{BB962C8B-B14F-4D97-AF65-F5344CB8AC3E}">
        <p14:creationId xmlns:p14="http://schemas.microsoft.com/office/powerpoint/2010/main" val="3388104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5F1C-6E12-111A-3A12-68305FF8C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User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58773-45C9-FA1C-D5AE-543238301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Gradio</a:t>
            </a:r>
            <a:r>
              <a:rPr lang="en-US" dirty="0"/>
              <a:t> interface provides simple input and clearly displays outputs</a:t>
            </a:r>
          </a:p>
          <a:p>
            <a:endParaRPr lang="en-US" dirty="0"/>
          </a:p>
          <a:p>
            <a:r>
              <a:rPr lang="en-US" dirty="0"/>
              <a:t>Displays translation, story, and generated image together</a:t>
            </a:r>
          </a:p>
          <a:p>
            <a:endParaRPr lang="en-US" dirty="0"/>
          </a:p>
          <a:p>
            <a:r>
              <a:rPr lang="en-US" dirty="0"/>
              <a:t>Supports user feedback and </a:t>
            </a:r>
            <a:r>
              <a:rPr lang="en-US" dirty="0" err="1"/>
              <a:t>reexecution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62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315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TransArt: Multimodal AI Application</vt:lpstr>
      <vt:lpstr>Project Motivation</vt:lpstr>
      <vt:lpstr>System Overview</vt:lpstr>
      <vt:lpstr>Technology Stack</vt:lpstr>
      <vt:lpstr>Detailed Architecture</vt:lpstr>
      <vt:lpstr>Translation Model</vt:lpstr>
      <vt:lpstr>Story Generation</vt:lpstr>
      <vt:lpstr>Image Synthesis</vt:lpstr>
      <vt:lpstr>Pipeline Integration</vt:lpstr>
      <vt:lpstr>User 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Elango Subramani</dc:creator>
  <cp:lastModifiedBy>Elango Subramani</cp:lastModifiedBy>
  <cp:revision>2</cp:revision>
  <dcterms:created xsi:type="dcterms:W3CDTF">2025-09-23T16:13:12Z</dcterms:created>
  <dcterms:modified xsi:type="dcterms:W3CDTF">2025-09-23T16:24:24Z</dcterms:modified>
</cp:coreProperties>
</file>